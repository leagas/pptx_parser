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7995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  <Relationship Id="rId3" Type="http://schemas.openxmlformats.org/package/2006/relationships/metadata/core-properties" Target="docProps/core.xml"/>
  <Relationship Id="rId2" Type="http://schemas.openxmlformats.org/package/2006/relationships/metadata/thumbnail" Target="docProps/thumbnail.jpeg"/>
  <Relationship Id="rId1" Type="http://schemas.openxmlformats.org/officeDocument/2006/relationships/officeDocument" Target="ppt/presentation.xml"/>
  <Relationship Id="rId4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7995" r:id="rId2799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6418" autoAdjust="0"/>
  </p:normalViewPr>
  <p:slideViewPr>
    <p:cSldViewPr>
      <p:cViewPr varScale="1">
        <p:scale>
          <a:sx n="112" d="100"/>
          <a:sy n="112" d="100"/>
        </p:scale>
        <p:origin x="117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3" Type="http://schemas.openxmlformats.org/officeDocument/2006/relationships/tags" Target="tags/tag1.xml"/>
  <Relationship Id="rId7" Type="http://schemas.openxmlformats.org/officeDocument/2006/relationships/tableStyles" Target="tableStyles.xml"/>
  <Relationship Id="rId2" Type="http://schemas.openxmlformats.org/officeDocument/2006/relationships/slide" Target="slides/slide1.xml"/>
  <Relationship Id="rId1" Type="http://schemas.openxmlformats.org/officeDocument/2006/relationships/slideMaster" Target="slideMasters/slideMaster1.xml"/>
  <Relationship Id="rId6" Type="http://schemas.openxmlformats.org/officeDocument/2006/relationships/theme" Target="theme/theme1.xml"/>
  <Relationship Id="rId5" Type="http://schemas.openxmlformats.org/officeDocument/2006/relationships/viewProps" Target="viewProps.xml"/>
  <Relationship Id="rId4" Type="http://schemas.openxmlformats.org/officeDocument/2006/relationships/presProps" Target="presProps.xml"/>
  <Relationship Id="rId27995" Type="http://schemas.openxmlformats.org/officeDocument/2006/relationships/slide" Target="slides/slide27995.xml"/>
</Relationships>
</file>

<file path=ppt/slideLayouts/_rels/slideLayout1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2.jpeg"/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7995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2.jpeg"/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19812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912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9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8" Type="http://schemas.openxmlformats.org/officeDocument/2006/relationships/slideLayout" Target="../slideLayouts/slideLayout8.xml"/>
  <Relationship Id="rId13" Type="http://schemas.openxmlformats.org/officeDocument/2006/relationships/image" Target="../media/image1.jpeg"/>
  <Relationship Id="rId3" Type="http://schemas.openxmlformats.org/officeDocument/2006/relationships/slideLayout" Target="../slideLayouts/slideLayout3.xml"/>
  <Relationship Id="rId7" Type="http://schemas.openxmlformats.org/officeDocument/2006/relationships/slideLayout" Target="../slideLayouts/slideLayout7.xml"/>
  <Relationship Id="rId12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5" Type="http://schemas.openxmlformats.org/officeDocument/2006/relationships/slideLayout" Target="../slideLayouts/slideLayout5.xml"/>
  <Relationship Id="rId10" Type="http://schemas.openxmlformats.org/officeDocument/2006/relationships/slideLayout" Target="../slideLayouts/slideLayout10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  <Relationship Id="rId2" Type="http://schemas.openxmlformats.org/officeDocument/2006/relationships/image" Target="../media/image3.jpg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924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title style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7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54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36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172200"/>
            <a:ext cx="408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7995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.jpg"/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</a:t>
            </a:r>
            <a:r>
              <a:rPr lang="en-US" baseline="0" dirty="0"/>
              <a:t> Sample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</a:t>
            </a:r>
            <a:r>
              <a:rPr lang="en-US" baseline="0" dirty="0"/>
              <a:t> an outline of bulleted points</a:t>
            </a:r>
          </a:p>
          <a:p>
            <a:r>
              <a:rPr lang="en-US" baseline="0" dirty="0"/>
              <a:t>You can print out PPT files as handouts using </a:t>
            </a:r>
            <a:r>
              <a:rPr lang="en-US" baseline="0"/>
              <a:t>the </a:t>
            </a:r>
            <a:r>
              <a:rPr lang="en-US" baseline="0"/>
              <a:t>PRINT &gt; </a:t>
            </a:r>
            <a:r>
              <a:rPr lang="en-US" baseline="0"/>
              <a:t>  PRINT </a:t>
            </a:r>
            <a:r>
              <a:rPr lang="en-US" baseline="0" dirty="0"/>
              <a:t>WHAT &gt; HANDOUTS</a:t>
            </a:r>
            <a:r>
              <a:rPr lang="en-US" dirty="0"/>
              <a:t> option</a:t>
            </a:r>
            <a:br>
              <a:rPr lang="en-US" baseline="0"/>
            </a:br>
            <a:br>
              <a:rPr lang="en-US" baseline="0"/>
            </a:br>
          </a:p>
        </p:txBody>
      </p:sp>
    </p:spTree>
  </p:cSld>
  <p:clrMapOvr>
    <a:masterClrMapping/>
  </p:clrMapOvr>
</p:sld>
</file>

<file path=ppt/slides/slide279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PowerPoint 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St.</a:t>
            </a:r>
            <a:r>
              <a:rPr lang="en-US" baseline="0" dirty="0"/>
              <a:t> Cloud Technical College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7B72D9-437D-BB49-B8A6-B716880EA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838200"/>
            <a:ext cx="2571750" cy="3429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ample PowerPoint Fil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This is a Sample Slide&amp;quot;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entral business district design template">
  <a:themeElements>
    <a:clrScheme name="Default Design 1">
      <a:dk1>
        <a:srgbClr val="000066"/>
      </a:dk1>
      <a:lt1>
        <a:srgbClr val="FFFFFF"/>
      </a:lt1>
      <a:dk2>
        <a:srgbClr val="003366"/>
      </a:dk2>
      <a:lt2>
        <a:srgbClr val="FFFFFF"/>
      </a:lt2>
      <a:accent1>
        <a:srgbClr val="8EB3C8"/>
      </a:accent1>
      <a:accent2>
        <a:srgbClr val="6F97B3"/>
      </a:accent2>
      <a:accent3>
        <a:srgbClr val="AAADB8"/>
      </a:accent3>
      <a:accent4>
        <a:srgbClr val="DADADA"/>
      </a:accent4>
      <a:accent5>
        <a:srgbClr val="C6D6E0"/>
      </a:accent5>
      <a:accent6>
        <a:srgbClr val="6488A2"/>
      </a:accent6>
      <a:hlink>
        <a:srgbClr val="556575"/>
      </a:hlink>
      <a:folHlink>
        <a:srgbClr val="3D556F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66"/>
        </a:dk1>
        <a:lt1>
          <a:srgbClr val="FFFFFF"/>
        </a:lt1>
        <a:dk2>
          <a:srgbClr val="003366"/>
        </a:dk2>
        <a:lt2>
          <a:srgbClr val="FFFFFF"/>
        </a:lt2>
        <a:accent1>
          <a:srgbClr val="8EB3C8"/>
        </a:accent1>
        <a:accent2>
          <a:srgbClr val="6F97B3"/>
        </a:accent2>
        <a:accent3>
          <a:srgbClr val="AAADB8"/>
        </a:accent3>
        <a:accent4>
          <a:srgbClr val="DADADA"/>
        </a:accent4>
        <a:accent5>
          <a:srgbClr val="C6D6E0"/>
        </a:accent5>
        <a:accent6>
          <a:srgbClr val="6488A2"/>
        </a:accent6>
        <a:hlink>
          <a:srgbClr val="556575"/>
        </a:hlink>
        <a:folHlink>
          <a:srgbClr val="3D556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Central business district design template</Template>
  <TotalTime>8</TotalTime>
  <Words>22</Words>
  <Application>Microsoft Macintosh PowerPoint</Application>
  <PresentationFormat>On-screen Show (4:3)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Tahoma</vt:lpstr>
      <vt:lpstr>Times New Roman</vt:lpstr>
      <vt:lpstr>Wingdings</vt:lpstr>
      <vt:lpstr>Central business district design template</vt:lpstr>
      <vt:lpstr>This is a Sample Slide</vt:lpstr>
    </vt:vector>
  </TitlesOfParts>
  <Company>SCTC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PowerPoint File</dc:title>
  <dc:creator>James Falkofske</dc:creator>
  <cp:lastModifiedBy>Lloyd Leagas</cp:lastModifiedBy>
  <cp:revision>6</cp:revision>
  <dcterms:created xsi:type="dcterms:W3CDTF">2009-05-06T22:06:09Z</dcterms:created>
  <dcterms:modified xsi:type="dcterms:W3CDTF">2019-02-27T09:18:33Z</dcterms:modified>
</cp:coreProperties>
</file>