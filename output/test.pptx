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45250.xml" ContentType="application/vnd.openxmlformats-officedocument.presentationml.slide+xml"/>
  <Override PartName="/ppt/slideLayouts/slideLayout45250.xml" ContentType="application/vnd.openxmlformats-officedocument.presentationml.slideLayout+xml"/>
  <Override PartName="/ppt/slideMasters/slideMaster45250.xml" ContentType="aapplication/vnd.openxmlformats-officedocument.presentationml.slideMaster+xml"/>
</Types>
</file>

<file path=_rels/.rels><?xml version="1.0" encoding="UTF-8" standalone="yes"?>
<Relationships xmlns="http://schemas.openxmlformats.org/package/2006/relationships">
  <Relationship Id="rId3" Type="http://schemas.openxmlformats.org/package/2006/relationships/metadata/core-properties" Target="docProps/core.xml"/>
  <Relationship Id="rId2" Type="http://schemas.openxmlformats.org/package/2006/relationships/metadata/thumbnail" Target="docProps/thumbnail.jpeg"/>
  <Relationship Id="rId1" Type="http://schemas.openxmlformats.org/officeDocument/2006/relationships/officeDocument" Target="ppt/presentation.xml"/>
  <Relationship Id="rId4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  <p:sldMasterId id="45250" r:id="rId452502"/>
  </p:sldMasterIdLst>
  <p:sldIdLst>
    <p:sldId id="257" r:id="rId2"/>
    <p:sldId id="45250" r:id="rId452501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1348" autoAdjust="0"/>
    <p:restoredTop sz="86418" autoAdjust="0"/>
  </p:normalViewPr>
  <p:slideViewPr>
    <p:cSldViewPr>
      <p:cViewPr varScale="1">
        <p:scale>
          <a:sx n="112" d="100"/>
          <a:sy n="112" d="100"/>
        </p:scale>
        <p:origin x="1176" y="19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3" Type="http://schemas.openxmlformats.org/officeDocument/2006/relationships/tags" Target="tags/tag1.xml"/>
  <Relationship Id="rId7" Type="http://schemas.openxmlformats.org/officeDocument/2006/relationships/tableStyles" Target="tableStyles.xml"/>
  <Relationship Id="rId2" Type="http://schemas.openxmlformats.org/officeDocument/2006/relationships/slide" Target="slides/slide1.xml"/>
  <Relationship Id="rId1" Type="http://schemas.openxmlformats.org/officeDocument/2006/relationships/slideMaster" Target="slideMasters/slideMaster1.xml"/>
  <Relationship Id="rId6" Type="http://schemas.openxmlformats.org/officeDocument/2006/relationships/theme" Target="theme/theme1.xml"/>
  <Relationship Id="rId5" Type="http://schemas.openxmlformats.org/officeDocument/2006/relationships/viewProps" Target="viewProps.xml"/>
  <Relationship Id="rId4" Type="http://schemas.openxmlformats.org/officeDocument/2006/relationships/presProps" Target="presProps.xml"/>
  <Relationship Id="rId452501" Type="http://schemas.openxmlformats.org/officeDocument/2006/relationships/slide" Target="slides/slide45250.xml"/>
  <Relationship Id="rId452502" Type="http://schemas.openxmlformats.org/officeDocument/2006/relationships/slideMaster" Target="slideMasters/slideMasters45250.xml"/>
</Relationships>
</file>

<file path=ppt/slideLayouts/_rels/slideLayout1.xml.rels><?xml version="1.0" encoding="UTF-8" standalone="yes"?>
<Relationships xmlns="http://schemas.openxmlformats.org/package/2006/relationships">
  <Relationship Id="rId2" Type="http://schemas.openxmlformats.org/officeDocument/2006/relationships/image" Target="../media/image2.jpeg"/>
  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7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8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9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0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45250.xml.rels><?xml version="1.0" encoding="UTF-8" standalone="yes"?>
<Relationships xmlns="http://schemas.openxmlformats.org/package/2006/relationships">
  <Relationship Id="rId45250" Type="http://schemas.openxmlformats.org/officeDocument/2006/relationships/slideMaster" Target="../slideMasters/slideMasters45250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0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42" name="Rectangle 2"/>
          <p:cNvSpPr>
            <a:spLocks noGrp="1" noChangeArrowheads="1"/>
          </p:cNvSpPr>
          <p:nvPr>
            <p:ph type="ctrTitle"/>
          </p:nvPr>
        </p:nvSpPr>
        <p:spPr>
          <a:xfrm>
            <a:off x="152400" y="5194300"/>
            <a:ext cx="7467600" cy="914400"/>
          </a:xfrm>
        </p:spPr>
        <p:txBody>
          <a:bodyPr anchor="b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68643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52400" y="6032500"/>
            <a:ext cx="6400800" cy="749300"/>
          </a:xfrm>
        </p:spPr>
        <p:txBody>
          <a:bodyPr/>
          <a:lstStyle>
            <a:lvl1pPr marL="0" indent="0">
              <a:buFont typeface="Wingdings" pitchFamily="2" charset="2"/>
              <a:buNone/>
              <a:defRPr/>
            </a:lvl1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quarter" idx="10"/>
          </p:nvPr>
        </p:nvSpPr>
        <p:spPr>
          <a:xfrm>
            <a:off x="457200" y="6245225"/>
            <a:ext cx="2133600" cy="476250"/>
          </a:xfrm>
        </p:spPr>
        <p:txBody>
          <a:bodyPr/>
          <a:lstStyle>
            <a:lvl1pPr>
              <a:spcBef>
                <a:spcPct val="0"/>
              </a:spcBef>
              <a:defRPr smtClean="0">
                <a:latin typeface="Times New Roman" pitchFamily="18" charset="0"/>
              </a:defRPr>
            </a:lvl1pPr>
          </a:lstStyle>
          <a:p>
            <a:fld id="{F73F0BFC-2C88-4AAF-B42F-33B416312C7A}" type="datetimeFigureOut">
              <a:rPr lang="en-US" smtClean="0"/>
              <a:t>2/27/19</a:t>
            </a:fld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xfrm>
            <a:off x="3124200" y="6245225"/>
            <a:ext cx="2895600" cy="476250"/>
          </a:xfrm>
        </p:spPr>
        <p:txBody>
          <a:bodyPr/>
          <a:lstStyle>
            <a:lvl1pPr>
              <a:spcBef>
                <a:spcPct val="0"/>
              </a:spcBef>
              <a:defRPr smtClean="0">
                <a:latin typeface="Times New Roman" pitchFamily="18" charset="0"/>
              </a:defRPr>
            </a:lvl1pPr>
          </a:lstStyle>
          <a:p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6553200" y="6245225"/>
            <a:ext cx="2133600" cy="476250"/>
          </a:xfrm>
        </p:spPr>
        <p:txBody>
          <a:bodyPr/>
          <a:lstStyle>
            <a:lvl1pPr>
              <a:spcBef>
                <a:spcPct val="0"/>
              </a:spcBef>
              <a:defRPr smtClean="0">
                <a:latin typeface="Times New Roman" pitchFamily="18" charset="0"/>
              </a:defRPr>
            </a:lvl1pPr>
          </a:lstStyle>
          <a:p>
            <a:fld id="{E6FB1B62-A5F7-43C1-BF55-5D6EB0E052F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73F0BFC-2C88-4AAF-B42F-33B416312C7A}" type="datetimeFigureOut">
              <a:rPr lang="en-US" smtClean="0"/>
              <a:t>2/27/19</a:t>
            </a:fld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6FB1B62-A5F7-43C1-BF55-5D6EB0E052F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73F0BFC-2C88-4AAF-B42F-33B416312C7A}" type="datetimeFigureOut">
              <a:rPr lang="en-US" smtClean="0"/>
              <a:t>2/27/19</a:t>
            </a:fld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6FB1B62-A5F7-43C1-BF55-5D6EB0E052F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1447800"/>
            <a:ext cx="3886200" cy="45720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4400" y="1447800"/>
            <a:ext cx="3886200" cy="45720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73F0BFC-2C88-4AAF-B42F-33B416312C7A}" type="datetimeFigureOut">
              <a:rPr lang="en-US" smtClean="0"/>
              <a:t>2/27/19</a:t>
            </a:fld>
            <a:endParaRPr 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6FB1B62-A5F7-43C1-BF55-5D6EB0E052F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73F0BFC-2C88-4AAF-B42F-33B416312C7A}" type="datetimeFigureOut">
              <a:rPr lang="en-US" smtClean="0"/>
              <a:t>2/27/19</a:t>
            </a:fld>
            <a:endParaRPr lang="en-US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6FB1B62-A5F7-43C1-BF55-5D6EB0E052F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73F0BFC-2C88-4AAF-B42F-33B416312C7A}" type="datetimeFigureOut">
              <a:rPr lang="en-US" smtClean="0"/>
              <a:t>2/27/19</a:t>
            </a:fld>
            <a:endParaRPr lang="en-US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6FB1B62-A5F7-43C1-BF55-5D6EB0E052F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73F0BFC-2C88-4AAF-B42F-33B416312C7A}" type="datetimeFigureOut">
              <a:rPr lang="en-US" smtClean="0"/>
              <a:t>2/27/19</a:t>
            </a:fld>
            <a:endParaRPr lang="en-US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6FB1B62-A5F7-43C1-BF55-5D6EB0E052F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73F0BFC-2C88-4AAF-B42F-33B416312C7A}" type="datetimeFigureOut">
              <a:rPr lang="en-US" smtClean="0"/>
              <a:t>2/27/19</a:t>
            </a:fld>
            <a:endParaRPr 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6FB1B62-A5F7-43C1-BF55-5D6EB0E052F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en-US" noProof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73F0BFC-2C88-4AAF-B42F-33B416312C7A}" type="datetimeFigureOut">
              <a:rPr lang="en-US" smtClean="0"/>
              <a:t>2/27/19</a:t>
            </a:fld>
            <a:endParaRPr 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6FB1B62-A5F7-43C1-BF55-5D6EB0E052F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73F0BFC-2C88-4AAF-B42F-33B416312C7A}" type="datetimeFigureOut">
              <a:rPr lang="en-US" smtClean="0"/>
              <a:t>2/27/19</a:t>
            </a:fld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6FB1B62-A5F7-43C1-BF55-5D6EB0E052F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152400"/>
            <a:ext cx="1981200" cy="58674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152400"/>
            <a:ext cx="5791200" cy="58674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73F0BFC-2C88-4AAF-B42F-33B416312C7A}" type="datetimeFigureOut">
              <a:rPr lang="en-US" smtClean="0"/>
              <a:t>2/27/19</a:t>
            </a:fld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6FB1B62-A5F7-43C1-BF55-5D6EB0E052F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525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73F0BFC-2C88-4AAF-B42F-33B416312C7A}" type="datetimeFigureOut">
              <a:rPr lang="en-US" smtClean="0"/>
              <a:t>2/27/19</a:t>
            </a:fld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6FB1B62-A5F7-43C1-BF55-5D6EB0E052F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8" Type="http://schemas.openxmlformats.org/officeDocument/2006/relationships/slideLayout" Target="../slideLayouts/slideLayout8.xml"/>
  <Relationship Id="rId13" Type="http://schemas.openxmlformats.org/officeDocument/2006/relationships/image" Target="../media/image1.jpeg"/>
  <Relationship Id="rId3" Type="http://schemas.openxmlformats.org/officeDocument/2006/relationships/slideLayout" Target="../slideLayouts/slideLayout3.xml"/>
  <Relationship Id="rId7" Type="http://schemas.openxmlformats.org/officeDocument/2006/relationships/slideLayout" Target="../slideLayouts/slideLayout7.xml"/>
  <Relationship Id="rId12" Type="http://schemas.openxmlformats.org/officeDocument/2006/relationships/theme" Target="../theme/theme1.xml"/>
  <Relationship Id="rId2" Type="http://schemas.openxmlformats.org/officeDocument/2006/relationships/slideLayout" Target="../slideLayouts/slideLayout2.xml"/>
  <Relationship Id="rId1" Type="http://schemas.openxmlformats.org/officeDocument/2006/relationships/slideLayout" Target="../slideLayouts/slideLayout1.xml"/>
  <Relationship Id="rId6" Type="http://schemas.openxmlformats.org/officeDocument/2006/relationships/slideLayout" Target="../slideLayouts/slideLayout6.xml"/>
  <Relationship Id="rId11" Type="http://schemas.openxmlformats.org/officeDocument/2006/relationships/slideLayout" Target="../slideLayouts/slideLayout11.xml"/>
  <Relationship Id="rId5" Type="http://schemas.openxmlformats.org/officeDocument/2006/relationships/slideLayout" Target="../slideLayouts/slideLayout5.xml"/>
  <Relationship Id="rId10" Type="http://schemas.openxmlformats.org/officeDocument/2006/relationships/slideLayout" Target="../slideLayouts/slideLayout10.xml"/>
  <Relationship Id="rId4" Type="http://schemas.openxmlformats.org/officeDocument/2006/relationships/slideLayout" Target="../slideLayouts/slideLayout4.xml"/>
  <Relationship Id="rId9" Type="http://schemas.openxmlformats.org/officeDocument/2006/relationships/slideLayout" Target="../slideLayouts/slideLayout9.xml"/>
  <Relationship Id="rId45250" Type="http://schemas.openxmlformats.org/officeDocument/2006/relationships/slideLayout" Target="../slideLayouts/slideLayout45250.xml"/>
</Relationships>
</file>

<file path=ppt/slideMasters/_rels/slideMaster45250.xml.rels><?xml version="1.0" encoding="UTF-8" standalone="yes"?>
<Relationships xmlns="http://schemas.openxmlformats.org/package/2006/relationships">
  <Relationship Id="rId8" Type="http://schemas.openxmlformats.org/officeDocument/2006/relationships/slideLayout" Target="../slideLayouts/slideLayout8.xml"/>
  <Relationship Id="rId13" Type="http://schemas.openxmlformats.org/officeDocument/2006/relationships/image" Target="../media/image1.jpeg"/>
  <Relationship Id="rId3" Type="http://schemas.openxmlformats.org/officeDocument/2006/relationships/slideLayout" Target="../slideLayouts/slideLayout3.xml"/>
  <Relationship Id="rId7" Type="http://schemas.openxmlformats.org/officeDocument/2006/relationships/slideLayout" Target="../slideLayouts/slideLayout7.xml"/>
  <Relationship Id="rId12" Type="http://schemas.openxmlformats.org/officeDocument/2006/relationships/theme" Target="../theme/theme1.xml"/>
  <Relationship Id="rId2" Type="http://schemas.openxmlformats.org/officeDocument/2006/relationships/slideLayout" Target="../slideLayouts/slideLayout2.xml"/>
  <Relationship Id="rId1" Type="http://schemas.openxmlformats.org/officeDocument/2006/relationships/slideLayout" Target="../slideLayouts/slideLayout1.xml"/>
  <Relationship Id="rId6" Type="http://schemas.openxmlformats.org/officeDocument/2006/relationships/slideLayout" Target="../slideLayouts/slideLayout6.xml"/>
  <Relationship Id="rId11" Type="http://schemas.openxmlformats.org/officeDocument/2006/relationships/slideLayout" Target="../slideLayouts/slideLayout11.xml"/>
  <Relationship Id="rId5" Type="http://schemas.openxmlformats.org/officeDocument/2006/relationships/slideLayout" Target="../slideLayouts/slideLayout5.xml"/>
  <Relationship Id="rId10" Type="http://schemas.openxmlformats.org/officeDocument/2006/relationships/slideLayout" Target="../slideLayouts/slideLayout10.xml"/>
  <Relationship Id="rId4" Type="http://schemas.openxmlformats.org/officeDocument/2006/relationships/slideLayout" Target="../slideLayouts/slideLayout4.xml"/>
  <Relationship Id="rId9" Type="http://schemas.openxmlformats.org/officeDocument/2006/relationships/slideLayout" Target="../slideLayouts/slideLayout9.xml"/>
  <Relationship Id="rId45250" Type="http://schemas.openxmlformats.org/officeDocument/2006/relationships/slideLayout" Target="../slideLayouts/slideLayout45250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1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618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685800" y="152400"/>
            <a:ext cx="7924800" cy="1066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title style</a:t>
            </a:r>
          </a:p>
        </p:txBody>
      </p:sp>
      <p:sp>
        <p:nvSpPr>
          <p:cNvPr id="367619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85800" y="1447800"/>
            <a:ext cx="7924800" cy="4572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67620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85800" y="6172200"/>
            <a:ext cx="15494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spcBef>
                <a:spcPct val="50000"/>
              </a:spcBef>
              <a:defRPr sz="1400" smtClean="0">
                <a:latin typeface="+mn-lt"/>
              </a:defRPr>
            </a:lvl1pPr>
          </a:lstStyle>
          <a:p>
            <a:fld id="{F73F0BFC-2C88-4AAF-B42F-33B416312C7A}" type="datetimeFigureOut">
              <a:rPr lang="en-US" smtClean="0"/>
              <a:t>2/27/19</a:t>
            </a:fld>
            <a:endParaRPr lang="en-US"/>
          </a:p>
        </p:txBody>
      </p:sp>
      <p:sp>
        <p:nvSpPr>
          <p:cNvPr id="367621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2438400" y="6172200"/>
            <a:ext cx="40894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spcBef>
                <a:spcPct val="50000"/>
              </a:spcBef>
              <a:defRPr sz="1400" smtClean="0">
                <a:latin typeface="+mn-lt"/>
              </a:defRPr>
            </a:lvl1pPr>
          </a:lstStyle>
          <a:p>
            <a:endParaRPr lang="en-US"/>
          </a:p>
        </p:txBody>
      </p:sp>
      <p:sp>
        <p:nvSpPr>
          <p:cNvPr id="367622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705600" y="6172200"/>
            <a:ext cx="1905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spcBef>
                <a:spcPct val="50000"/>
              </a:spcBef>
              <a:defRPr sz="1400" smtClean="0">
                <a:latin typeface="+mn-lt"/>
              </a:defRPr>
            </a:lvl1pPr>
          </a:lstStyle>
          <a:p>
            <a:fld id="{E6FB1B62-A5F7-43C1-BF55-5D6EB0E052F4}" type="slidenum">
              <a:rPr lang="en-US" smtClean="0"/>
              <a:t>‹#›</a:t>
            </a:fld>
            <a:endParaRPr lang="en-US"/>
          </a:p>
        </p:txBody>
      </p:sp>
    </p:spTree>
  </p:cSld>
  <p:clrMap bg1="dk2" tx1="lt1" bg2="dk1" tx2="lt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  <p:sldLayoutId id="45250" r:id="rId452502"/>
  </p:sldLayoutIdLst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effectLst>
            <a:outerShdw blurRad="38100" dist="38100" dir="2700000" algn="tl">
              <a:srgbClr val="000000"/>
            </a:outerShdw>
          </a:effectLst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effectLst>
            <a:outerShdw blurRad="38100" dist="38100" dir="2700000" algn="tl">
              <a:srgbClr val="000000"/>
            </a:outerShdw>
          </a:effectLst>
          <a:latin typeface="Tahoma" pitchFamily="34" charset="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effectLst>
            <a:outerShdw blurRad="38100" dist="38100" dir="2700000" algn="tl">
              <a:srgbClr val="000000"/>
            </a:outerShdw>
          </a:effectLst>
          <a:latin typeface="Tahoma" pitchFamily="34" charset="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effectLst>
            <a:outerShdw blurRad="38100" dist="38100" dir="2700000" algn="tl">
              <a:srgbClr val="000000"/>
            </a:outerShdw>
          </a:effectLst>
          <a:latin typeface="Tahoma" pitchFamily="34" charset="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effectLst>
            <a:outerShdw blurRad="38100" dist="38100" dir="2700000" algn="tl">
              <a:srgbClr val="000000"/>
            </a:outerShdw>
          </a:effectLst>
          <a:latin typeface="Tahoma" pitchFamily="34" charset="0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effectLst>
            <a:outerShdw blurRad="38100" dist="38100" dir="2700000" algn="tl">
              <a:srgbClr val="000000"/>
            </a:outerShdw>
          </a:effectLst>
          <a:latin typeface="Tahoma" pitchFamily="34" charset="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effectLst>
            <a:outerShdw blurRad="38100" dist="38100" dir="2700000" algn="tl">
              <a:srgbClr val="000000"/>
            </a:outerShdw>
          </a:effectLst>
          <a:latin typeface="Tahoma" pitchFamily="34" charset="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effectLst>
            <a:outerShdw blurRad="38100" dist="38100" dir="2700000" algn="tl">
              <a:srgbClr val="000000"/>
            </a:outerShdw>
          </a:effectLst>
          <a:latin typeface="Tahoma" pitchFamily="34" charset="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effectLst>
            <a:outerShdw blurRad="38100" dist="38100" dir="2700000" algn="tl">
              <a:srgbClr val="000000"/>
            </a:outerShdw>
          </a:effectLst>
          <a:latin typeface="Tahoma" pitchFamily="34" charset="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n"/>
        <a:defRPr kumimoji="1" sz="3200">
          <a:solidFill>
            <a:schemeClr val="tx1"/>
          </a:solidFill>
          <a:effectLst>
            <a:outerShdw blurRad="38100" dist="38100" dir="2700000" algn="tl">
              <a:srgbClr val="000000"/>
            </a:outerShdw>
          </a:effectLst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n"/>
        <a:defRPr kumimoji="1" sz="2800">
          <a:solidFill>
            <a:schemeClr val="tx1"/>
          </a:solidFill>
          <a:effectLst>
            <a:outerShdw blurRad="38100" dist="38100" dir="2700000" algn="tl">
              <a:srgbClr val="000000"/>
            </a:outerShdw>
          </a:effectLst>
          <a:latin typeface="+mn-lt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n"/>
        <a:defRPr kumimoji="1" sz="2400">
          <a:solidFill>
            <a:schemeClr val="tx1"/>
          </a:solidFill>
          <a:effectLst>
            <a:outerShdw blurRad="38100" dist="38100" dir="2700000" algn="tl">
              <a:srgbClr val="000000"/>
            </a:outerShdw>
          </a:effectLst>
          <a:latin typeface="+mn-lt"/>
        </a:defRPr>
      </a:lvl3pPr>
      <a:lvl4pPr marL="1562100" indent="-228600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n"/>
        <a:defRPr kumimoji="1" sz="2000">
          <a:solidFill>
            <a:schemeClr val="tx1"/>
          </a:solidFill>
          <a:effectLst>
            <a:outerShdw blurRad="38100" dist="38100" dir="2700000" algn="tl">
              <a:srgbClr val="000000"/>
            </a:outerShdw>
          </a:effectLst>
          <a:latin typeface="+mn-lt"/>
        </a:defRPr>
      </a:lvl4pPr>
      <a:lvl5pPr marL="1981200" indent="-228600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n"/>
        <a:defRPr kumimoji="1" sz="2000">
          <a:solidFill>
            <a:schemeClr val="tx1"/>
          </a:solidFill>
          <a:effectLst>
            <a:outerShdw blurRad="38100" dist="38100" dir="2700000" algn="tl">
              <a:srgbClr val="000000"/>
            </a:outerShdw>
          </a:effectLst>
          <a:latin typeface="+mn-lt"/>
        </a:defRPr>
      </a:lvl5pPr>
      <a:lvl6pPr marL="2438400" indent="-228600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n"/>
        <a:defRPr kumimoji="1" sz="2000">
          <a:solidFill>
            <a:schemeClr val="tx1"/>
          </a:solidFill>
          <a:effectLst>
            <a:outerShdw blurRad="38100" dist="38100" dir="2700000" algn="tl">
              <a:srgbClr val="000000"/>
            </a:outerShdw>
          </a:effectLst>
          <a:latin typeface="+mn-lt"/>
        </a:defRPr>
      </a:lvl6pPr>
      <a:lvl7pPr marL="2895600" indent="-228600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n"/>
        <a:defRPr kumimoji="1" sz="2000">
          <a:solidFill>
            <a:schemeClr val="tx1"/>
          </a:solidFill>
          <a:effectLst>
            <a:outerShdw blurRad="38100" dist="38100" dir="2700000" algn="tl">
              <a:srgbClr val="000000"/>
            </a:outerShdw>
          </a:effectLst>
          <a:latin typeface="+mn-lt"/>
        </a:defRPr>
      </a:lvl7pPr>
      <a:lvl8pPr marL="3352800" indent="-228600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n"/>
        <a:defRPr kumimoji="1" sz="2000">
          <a:solidFill>
            <a:schemeClr val="tx1"/>
          </a:solidFill>
          <a:effectLst>
            <a:outerShdw blurRad="38100" dist="38100" dir="2700000" algn="tl">
              <a:srgbClr val="000000"/>
            </a:outerShdw>
          </a:effectLst>
          <a:latin typeface="+mn-lt"/>
        </a:defRPr>
      </a:lvl8pPr>
      <a:lvl9pPr marL="3810000" indent="-228600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n"/>
        <a:defRPr kumimoji="1" sz="2000">
          <a:solidFill>
            <a:schemeClr val="tx1"/>
          </a:solidFill>
          <a:effectLst>
            <a:outerShdw blurRad="38100" dist="38100" dir="2700000" algn="tl">
              <a:srgbClr val="000000"/>
            </a:outerShdw>
          </a:effectLst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5250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1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618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685800" y="152400"/>
            <a:ext cx="7924800" cy="1066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title style</a:t>
            </a:r>
          </a:p>
        </p:txBody>
      </p:sp>
      <p:sp>
        <p:nvSpPr>
          <p:cNvPr id="367619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85800" y="1447800"/>
            <a:ext cx="7924800" cy="4572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67620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85800" y="6172200"/>
            <a:ext cx="15494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spcBef>
                <a:spcPct val="50000"/>
              </a:spcBef>
              <a:defRPr sz="1400" smtClean="0">
                <a:latin typeface="+mn-lt"/>
              </a:defRPr>
            </a:lvl1pPr>
          </a:lstStyle>
          <a:p>
            <a:fld id="{F73F0BFC-2C88-4AAF-B42F-33B416312C7A}" type="datetimeFigureOut">
              <a:rPr lang="en-US" smtClean="0"/>
              <a:t>2/27/19</a:t>
            </a:fld>
            <a:endParaRPr lang="en-US"/>
          </a:p>
        </p:txBody>
      </p:sp>
      <p:sp>
        <p:nvSpPr>
          <p:cNvPr id="367621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2438400" y="6172200"/>
            <a:ext cx="40894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spcBef>
                <a:spcPct val="50000"/>
              </a:spcBef>
              <a:defRPr sz="1400" smtClean="0">
                <a:latin typeface="+mn-lt"/>
              </a:defRPr>
            </a:lvl1pPr>
          </a:lstStyle>
          <a:p>
            <a:endParaRPr lang="en-US"/>
          </a:p>
        </p:txBody>
      </p:sp>
      <p:sp>
        <p:nvSpPr>
          <p:cNvPr id="367622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705600" y="6172200"/>
            <a:ext cx="1905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spcBef>
                <a:spcPct val="50000"/>
              </a:spcBef>
              <a:defRPr sz="1400" smtClean="0">
                <a:latin typeface="+mn-lt"/>
              </a:defRPr>
            </a:lvl1pPr>
          </a:lstStyle>
          <a:p>
            <a:fld id="{E6FB1B62-A5F7-43C1-BF55-5D6EB0E052F4}" type="slidenum">
              <a:rPr lang="en-US" smtClean="0"/>
              <a:t>‹#›</a:t>
            </a:fld>
            <a:endParaRPr lang="en-US"/>
          </a:p>
        </p:txBody>
      </p:sp>
    </p:spTree>
  </p:cSld>
  <p:clrMap bg1="dk2" tx1="lt1" bg2="dk1" tx2="lt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  <p:sldLayoutId id="45250" r:id="rId452502"/>
  </p:sldLayoutIdLst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effectLst>
            <a:outerShdw blurRad="38100" dist="38100" dir="2700000" algn="tl">
              <a:srgbClr val="000000"/>
            </a:outerShdw>
          </a:effectLst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effectLst>
            <a:outerShdw blurRad="38100" dist="38100" dir="2700000" algn="tl">
              <a:srgbClr val="000000"/>
            </a:outerShdw>
          </a:effectLst>
          <a:latin typeface="Tahoma" pitchFamily="34" charset="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effectLst>
            <a:outerShdw blurRad="38100" dist="38100" dir="2700000" algn="tl">
              <a:srgbClr val="000000"/>
            </a:outerShdw>
          </a:effectLst>
          <a:latin typeface="Tahoma" pitchFamily="34" charset="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effectLst>
            <a:outerShdw blurRad="38100" dist="38100" dir="2700000" algn="tl">
              <a:srgbClr val="000000"/>
            </a:outerShdw>
          </a:effectLst>
          <a:latin typeface="Tahoma" pitchFamily="34" charset="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effectLst>
            <a:outerShdw blurRad="38100" dist="38100" dir="2700000" algn="tl">
              <a:srgbClr val="000000"/>
            </a:outerShdw>
          </a:effectLst>
          <a:latin typeface="Tahoma" pitchFamily="34" charset="0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effectLst>
            <a:outerShdw blurRad="38100" dist="38100" dir="2700000" algn="tl">
              <a:srgbClr val="000000"/>
            </a:outerShdw>
          </a:effectLst>
          <a:latin typeface="Tahoma" pitchFamily="34" charset="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effectLst>
            <a:outerShdw blurRad="38100" dist="38100" dir="2700000" algn="tl">
              <a:srgbClr val="000000"/>
            </a:outerShdw>
          </a:effectLst>
          <a:latin typeface="Tahoma" pitchFamily="34" charset="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effectLst>
            <a:outerShdw blurRad="38100" dist="38100" dir="2700000" algn="tl">
              <a:srgbClr val="000000"/>
            </a:outerShdw>
          </a:effectLst>
          <a:latin typeface="Tahoma" pitchFamily="34" charset="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effectLst>
            <a:outerShdw blurRad="38100" dist="38100" dir="2700000" algn="tl">
              <a:srgbClr val="000000"/>
            </a:outerShdw>
          </a:effectLst>
          <a:latin typeface="Tahoma" pitchFamily="34" charset="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n"/>
        <a:defRPr kumimoji="1" sz="3200">
          <a:solidFill>
            <a:schemeClr val="tx1"/>
          </a:solidFill>
          <a:effectLst>
            <a:outerShdw blurRad="38100" dist="38100" dir="2700000" algn="tl">
              <a:srgbClr val="000000"/>
            </a:outerShdw>
          </a:effectLst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n"/>
        <a:defRPr kumimoji="1" sz="2800">
          <a:solidFill>
            <a:schemeClr val="tx1"/>
          </a:solidFill>
          <a:effectLst>
            <a:outerShdw blurRad="38100" dist="38100" dir="2700000" algn="tl">
              <a:srgbClr val="000000"/>
            </a:outerShdw>
          </a:effectLst>
          <a:latin typeface="+mn-lt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n"/>
        <a:defRPr kumimoji="1" sz="2400">
          <a:solidFill>
            <a:schemeClr val="tx1"/>
          </a:solidFill>
          <a:effectLst>
            <a:outerShdw blurRad="38100" dist="38100" dir="2700000" algn="tl">
              <a:srgbClr val="000000"/>
            </a:outerShdw>
          </a:effectLst>
          <a:latin typeface="+mn-lt"/>
        </a:defRPr>
      </a:lvl3pPr>
      <a:lvl4pPr marL="1562100" indent="-228600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n"/>
        <a:defRPr kumimoji="1" sz="2000">
          <a:solidFill>
            <a:schemeClr val="tx1"/>
          </a:solidFill>
          <a:effectLst>
            <a:outerShdw blurRad="38100" dist="38100" dir="2700000" algn="tl">
              <a:srgbClr val="000000"/>
            </a:outerShdw>
          </a:effectLst>
          <a:latin typeface="+mn-lt"/>
        </a:defRPr>
      </a:lvl4pPr>
      <a:lvl5pPr marL="1981200" indent="-228600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n"/>
        <a:defRPr kumimoji="1" sz="2000">
          <a:solidFill>
            <a:schemeClr val="tx1"/>
          </a:solidFill>
          <a:effectLst>
            <a:outerShdw blurRad="38100" dist="38100" dir="2700000" algn="tl">
              <a:srgbClr val="000000"/>
            </a:outerShdw>
          </a:effectLst>
          <a:latin typeface="+mn-lt"/>
        </a:defRPr>
      </a:lvl5pPr>
      <a:lvl6pPr marL="2438400" indent="-228600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n"/>
        <a:defRPr kumimoji="1" sz="2000">
          <a:solidFill>
            <a:schemeClr val="tx1"/>
          </a:solidFill>
          <a:effectLst>
            <a:outerShdw blurRad="38100" dist="38100" dir="2700000" algn="tl">
              <a:srgbClr val="000000"/>
            </a:outerShdw>
          </a:effectLst>
          <a:latin typeface="+mn-lt"/>
        </a:defRPr>
      </a:lvl6pPr>
      <a:lvl7pPr marL="2895600" indent="-228600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n"/>
        <a:defRPr kumimoji="1" sz="2000">
          <a:solidFill>
            <a:schemeClr val="tx1"/>
          </a:solidFill>
          <a:effectLst>
            <a:outerShdw blurRad="38100" dist="38100" dir="2700000" algn="tl">
              <a:srgbClr val="000000"/>
            </a:outerShdw>
          </a:effectLst>
          <a:latin typeface="+mn-lt"/>
        </a:defRPr>
      </a:lvl7pPr>
      <a:lvl8pPr marL="3352800" indent="-228600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n"/>
        <a:defRPr kumimoji="1" sz="2000">
          <a:solidFill>
            <a:schemeClr val="tx1"/>
          </a:solidFill>
          <a:effectLst>
            <a:outerShdw blurRad="38100" dist="38100" dir="2700000" algn="tl">
              <a:srgbClr val="000000"/>
            </a:outerShdw>
          </a:effectLst>
          <a:latin typeface="+mn-lt"/>
        </a:defRPr>
      </a:lvl8pPr>
      <a:lvl9pPr marL="3810000" indent="-228600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n"/>
        <a:defRPr kumimoji="1" sz="2000">
          <a:solidFill>
            <a:schemeClr val="tx1"/>
          </a:solidFill>
          <a:effectLst>
            <a:outerShdw blurRad="38100" dist="38100" dir="2700000" algn="tl">
              <a:srgbClr val="000000"/>
            </a:outerShdw>
          </a:effectLst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45250" Type="http://schemas.openxmlformats.org/officeDocument/2006/relationships/slideLayout" Target="../slideLayouts/slideLayout45250.xml"/>
</Relationships>
</file>

<file path=ppt/slides/_rels/slide45250.xml.rels><?xml version="1.0" encoding="UTF-8" standalone="yes"?>
<Relationships xmlns="http://schemas.openxmlformats.org/package/2006/relationships">
  <Relationship Id="rId45250" Type="http://schemas.openxmlformats.org/officeDocument/2006/relationships/slideLayout" Target="../slideLayouts/slideLayout45250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This is a</a:t>
            </a:r>
            <a:r>
              <a:rPr lang="en-US" baseline="0" dirty="0"/>
              <a:t> Sample Slide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Here is</a:t>
            </a:r>
            <a:r>
              <a:rPr lang="en-US" baseline="0" dirty="0"/>
              <a:t> an outline of bulleted points</a:t>
            </a:r>
          </a:p>
          <a:p>
            <a:r>
              <a:rPr lang="en-US" baseline="0" dirty="0"/>
              <a:t>You can print out PPT files as handouts using </a:t>
            </a:r>
            <a:r>
              <a:rPr lang="en-US" baseline="0"/>
              <a:t>the </a:t>
            </a:r>
            <a:r>
              <a:rPr lang="en-US" baseline="0"/>
              <a:t>PRINT &gt; </a:t>
            </a:r>
            <a:r>
              <a:rPr lang="en-US" baseline="0"/>
              <a:t>  PRINT </a:t>
            </a:r>
            <a:r>
              <a:rPr lang="en-US" baseline="0" dirty="0"/>
              <a:t>WHAT &gt; HANDOUTS</a:t>
            </a:r>
            <a:r>
              <a:rPr lang="en-US" dirty="0"/>
              <a:t> option</a:t>
            </a:r>
            <a:br>
              <a:rPr lang="en-US" baseline="0"/>
            </a:br>
            <a:br>
              <a:rPr lang="en-US" baseline="0"/>
            </a:br>
          </a:p>
        </p:txBody>
      </p:sp>
    </p:spTree>
  </p:cSld>
  <p:clrMapOvr>
    <a:masterClrMapping/>
  </p:clrMapOvr>
</p:sld>
</file>

<file path=ppt/slides/slide452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This is a</a:t>
            </a:r>
            <a:r>
              <a:rPr lang="en-US" baseline="0" dirty="0"/>
              <a:t> Sample Slide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Here is</a:t>
            </a:r>
            <a:r>
              <a:rPr lang="en-US" baseline="0" dirty="0"/>
              <a:t> an outline of bulleted points</a:t>
            </a:r>
          </a:p>
          <a:p>
            <a:r>
              <a:rPr lang="en-US" baseline="0" dirty="0"/>
              <a:t>You can print out PPT files as handouts using </a:t>
            </a:r>
            <a:r>
              <a:rPr lang="en-US" baseline="0"/>
              <a:t>the </a:t>
            </a:r>
            <a:r>
              <a:rPr lang="en-US" baseline="0"/>
              <a:t>PRINT &gt; </a:t>
            </a:r>
            <a:r>
              <a:rPr lang="en-US" baseline="0"/>
              <a:t>  PRINT </a:t>
            </a:r>
            <a:r>
              <a:rPr lang="en-US" baseline="0" dirty="0"/>
              <a:t>WHAT &gt; HANDOUTS</a:t>
            </a:r>
            <a:r>
              <a:rPr lang="en-US" dirty="0"/>
              <a:t> option</a:t>
            </a:r>
            <a:br>
              <a:rPr lang="en-US" baseline="0"/>
            </a:br>
            <a:br>
              <a:rPr lang="en-US" baseline="0"/>
            </a:b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PROD_NEXTUNIQUEID" val="10009"/>
  <p:tag name="MMPROD_UIDATA" val="&lt;database version=&quot;7.0&quot;&gt;&lt;object type=&quot;1&quot; unique_id=&quot;10001&quot;&gt;&lt;object type=&quot;8&quot; unique_id=&quot;10002&quot;&gt;&lt;/object&gt;&lt;object type=&quot;2&quot; unique_id=&quot;10003&quot;&gt;&lt;object type=&quot;3&quot; unique_id=&quot;10004&quot;&gt;&lt;property id=&quot;20148&quot; value=&quot;5&quot;/&gt;&lt;property id=&quot;20300&quot; value=&quot;Slide 1 - &amp;quot;Sample PowerPoint File&amp;quot;&quot;/&gt;&lt;property id=&quot;20307&quot; value=&quot;256&quot;/&gt;&lt;/object&gt;&lt;object type=&quot;3&quot; unique_id=&quot;10005&quot;&gt;&lt;property id=&quot;20148&quot; value=&quot;5&quot;/&gt;&lt;property id=&quot;20300&quot; value=&quot;Slide 2 - &amp;quot;This is a Sample Slide&amp;quot;&quot;/&gt;&lt;property id=&quot;20307&quot; value=&quot;257&quot;/&gt;&lt;/object&gt;&lt;/object&gt;&lt;/object&gt;&lt;/database&gt;"/>
  <p:tag name="SECTOMILLISECCONVERTED" val="1"/>
</p:tagLst>
</file>

<file path=ppt/theme/theme1.xml><?xml version="1.0" encoding="utf-8"?>
<a:theme xmlns:a="http://schemas.openxmlformats.org/drawingml/2006/main" name="Central business district design template">
  <a:themeElements>
    <a:clrScheme name="Default Design 1">
      <a:dk1>
        <a:srgbClr val="000066"/>
      </a:dk1>
      <a:lt1>
        <a:srgbClr val="FFFFFF"/>
      </a:lt1>
      <a:dk2>
        <a:srgbClr val="003366"/>
      </a:dk2>
      <a:lt2>
        <a:srgbClr val="FFFFFF"/>
      </a:lt2>
      <a:accent1>
        <a:srgbClr val="8EB3C8"/>
      </a:accent1>
      <a:accent2>
        <a:srgbClr val="6F97B3"/>
      </a:accent2>
      <a:accent3>
        <a:srgbClr val="AAADB8"/>
      </a:accent3>
      <a:accent4>
        <a:srgbClr val="DADADA"/>
      </a:accent4>
      <a:accent5>
        <a:srgbClr val="C6D6E0"/>
      </a:accent5>
      <a:accent6>
        <a:srgbClr val="6488A2"/>
      </a:accent6>
      <a:hlink>
        <a:srgbClr val="556575"/>
      </a:hlink>
      <a:folHlink>
        <a:srgbClr val="3D556F"/>
      </a:folHlink>
    </a:clrScheme>
    <a:fontScheme name="Default Design">
      <a:majorFont>
        <a:latin typeface="Tahoma"/>
        <a:ea typeface=""/>
        <a:cs typeface=""/>
      </a:majorFont>
      <a:minorFont>
        <a:latin typeface="Tahom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sq" cmpd="sng" algn="ctr">
          <a:solidFill>
            <a:schemeClr val="tx1"/>
          </a:solidFill>
          <a:prstDash val="solid"/>
          <a:round/>
          <a:headEnd type="none" w="sm" len="sm"/>
          <a:tailEnd type="none" w="sm" len="sm"/>
        </a:ln>
        <a:effectLst/>
      </a:spPr>
      <a:bodyPr vert="horz" wrap="non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imes New Roman" pitchFamily="18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sq" cmpd="sng" algn="ctr">
          <a:solidFill>
            <a:schemeClr val="tx1"/>
          </a:solidFill>
          <a:prstDash val="solid"/>
          <a:round/>
          <a:headEnd type="none" w="sm" len="sm"/>
          <a:tailEnd type="none" w="sm" len="sm"/>
        </a:ln>
        <a:effectLst/>
      </a:spPr>
      <a:bodyPr vert="horz" wrap="non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imes New Roman" pitchFamily="18" charset="0"/>
          </a:defRPr>
        </a:defPPr>
      </a:lstStyle>
    </a:lnDef>
  </a:objectDefaults>
  <a:extraClrSchemeLst>
    <a:extraClrScheme>
      <a:clrScheme name="Default Design 1">
        <a:dk1>
          <a:srgbClr val="000066"/>
        </a:dk1>
        <a:lt1>
          <a:srgbClr val="FFFFFF"/>
        </a:lt1>
        <a:dk2>
          <a:srgbClr val="003366"/>
        </a:dk2>
        <a:lt2>
          <a:srgbClr val="FFFFFF"/>
        </a:lt2>
        <a:accent1>
          <a:srgbClr val="8EB3C8"/>
        </a:accent1>
        <a:accent2>
          <a:srgbClr val="6F97B3"/>
        </a:accent2>
        <a:accent3>
          <a:srgbClr val="AAADB8"/>
        </a:accent3>
        <a:accent4>
          <a:srgbClr val="DADADA"/>
        </a:accent4>
        <a:accent5>
          <a:srgbClr val="C6D6E0"/>
        </a:accent5>
        <a:accent6>
          <a:srgbClr val="6488A2"/>
        </a:accent6>
        <a:hlink>
          <a:srgbClr val="556575"/>
        </a:hlink>
        <a:folHlink>
          <a:srgbClr val="3D556F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Central business district design template</Template>
  <TotalTime>8</TotalTime>
  <Words>22</Words>
  <Application>Microsoft Macintosh PowerPoint</Application>
  <PresentationFormat>On-screen Show (4:3)</PresentationFormat>
  <Paragraphs>3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Tahoma</vt:lpstr>
      <vt:lpstr>Times New Roman</vt:lpstr>
      <vt:lpstr>Wingdings</vt:lpstr>
      <vt:lpstr>Central business district design template</vt:lpstr>
      <vt:lpstr>This is a Sample Slide</vt:lpstr>
    </vt:vector>
  </TitlesOfParts>
  <Company>SCTC</Company>
  <LinksUpToDate>false</LinksUpToDate>
  <SharedDoc>false</SharedDoc>
  <HyperlinksChanged>false</HyperlinksChanged>
  <AppVersion>16.0016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Sample PowerPoint File</dc:title>
  <dc:creator>James Falkofske</dc:creator>
  <cp:lastModifiedBy>Lloyd Leagas</cp:lastModifiedBy>
  <cp:revision>6</cp:revision>
  <dcterms:created xsi:type="dcterms:W3CDTF">2009-05-06T22:06:09Z</dcterms:created>
  <dcterms:modified xsi:type="dcterms:W3CDTF">2019-02-27T09:18:33Z</dcterms:modified>
</cp:coreProperties>
</file>