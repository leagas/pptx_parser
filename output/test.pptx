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Layouts/slideLayout38641.xml" ContentType="application/vnd.openxmlformats-officedocument.presentationml.slideLayout+xml"/>
</Types>
</file>

<file path=_rels/.rels><?xml version="1.0" encoding="UTF-8" standalone="yes"?>
<Relationships xmlns="http://schemas.openxmlformats.org/package/2006/relationships">
  <Relationship Id="rId3" Type="http://schemas.openxmlformats.org/package/2006/relationships/metadata/core-properties" Target="docProps/core.xml"/>
  <Relationship Id="rId2" Type="http://schemas.openxmlformats.org/package/2006/relationships/metadata/thumbnail" Target="docProps/thumbnail.jpeg"/>
  <Relationship Id="rId1" Type="http://schemas.openxmlformats.org/officeDocument/2006/relationships/officeDocument" Target="ppt/presentation.xml"/>
  <Relationship Id="rId4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7" r:id="rId2"/>
    <p:sldId id="38641" r:id="rId38641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1348" autoAdjust="0"/>
    <p:restoredTop sz="86418" autoAdjust="0"/>
  </p:normalViewPr>
  <p:slideViewPr>
    <p:cSldViewPr>
      <p:cViewPr varScale="1">
        <p:scale>
          <a:sx n="112" d="100"/>
          <a:sy n="112" d="100"/>
        </p:scale>
        <p:origin x="1176" y="19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3" Type="http://schemas.openxmlformats.org/officeDocument/2006/relationships/tags" Target="tags/tag1.xml"/>
  <Relationship Id="rId7" Type="http://schemas.openxmlformats.org/officeDocument/2006/relationships/tableStyles" Target="tableStyles.xml"/>
  <Relationship Id="rId2" Type="http://schemas.openxmlformats.org/officeDocument/2006/relationships/slide" Target="slides/slide1.xml"/>
  <Relationship Id="rId1" Type="http://schemas.openxmlformats.org/officeDocument/2006/relationships/slideMaster" Target="slideMasters/slideMaster1.xml"/>
  <Relationship Id="rId6" Type="http://schemas.openxmlformats.org/officeDocument/2006/relationships/theme" Target="theme/theme1.xml"/>
  <Relationship Id="rId5" Type="http://schemas.openxmlformats.org/officeDocument/2006/relationships/viewProps" Target="viewProps.xml"/>
  <Relationship Id="rId4" Type="http://schemas.openxmlformats.org/officeDocument/2006/relationships/presProps" Target="presProps.xml"/>
  <Relationship Id="rId38641" Type="http://schemas.openxmlformats.org/officeDocument/2006/relationships/slide" Target="slides/slide38641.xml"/>
</Relationships>
</file>

<file path=ppt/slideLayouts/_rels/slideLayout1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.jpeg"/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8641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2.jpeg"/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2400" y="5194300"/>
            <a:ext cx="7467600" cy="914400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686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52400" y="6032500"/>
            <a:ext cx="6400800" cy="749300"/>
          </a:xfrm>
        </p:spPr>
        <p:txBody>
          <a:bodyPr/>
          <a:lstStyle>
            <a:lvl1pPr marL="0" indent="0">
              <a:buFont typeface="Wingdings" pitchFamily="2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quarter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1447800"/>
            <a:ext cx="38862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4400" y="1447800"/>
            <a:ext cx="3886200" cy="45720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152400"/>
            <a:ext cx="1981200" cy="58674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152400"/>
            <a:ext cx="5791200" cy="58674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86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52400" y="5194300"/>
            <a:ext cx="7467600" cy="914400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686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152400" y="6032500"/>
            <a:ext cx="6400800" cy="749300"/>
          </a:xfrm>
        </p:spPr>
        <p:txBody>
          <a:bodyPr/>
          <a:lstStyle>
            <a:lvl1pPr marL="0" indent="0">
              <a:buFont typeface="Wingdings" pitchFamily="2" charset="2"/>
              <a:buNone/>
              <a:defRPr/>
            </a:lvl1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quarter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spcBef>
                <a:spcPct val="0"/>
              </a:spcBef>
              <a:defRPr smtClean="0">
                <a:latin typeface="Times New Roman" pitchFamily="18" charset="0"/>
              </a:defRPr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8" Type="http://schemas.openxmlformats.org/officeDocument/2006/relationships/slideLayout" Target="../slideLayouts/slideLayout8.xml"/>
  <Relationship Id="rId13" Type="http://schemas.openxmlformats.org/officeDocument/2006/relationships/image" Target="../media/image1.jpeg"/>
  <Relationship Id="rId3" Type="http://schemas.openxmlformats.org/officeDocument/2006/relationships/slideLayout" Target="../slideLayouts/slideLayout3.xml"/>
  <Relationship Id="rId7" Type="http://schemas.openxmlformats.org/officeDocument/2006/relationships/slideLayout" Target="../slideLayouts/slideLayout7.xml"/>
  <Relationship Id="rId12" Type="http://schemas.openxmlformats.org/officeDocument/2006/relationships/theme" Target="../theme/theme1.xml"/>
  <Relationship Id="rId2" Type="http://schemas.openxmlformats.org/officeDocument/2006/relationships/slideLayout" Target="../slideLayouts/slideLayout2.xml"/>
  <Relationship Id="rId1" Type="http://schemas.openxmlformats.org/officeDocument/2006/relationships/slideLayout" Target="../slideLayouts/slideLayout1.xml"/>
  <Relationship Id="rId6" Type="http://schemas.openxmlformats.org/officeDocument/2006/relationships/slideLayout" Target="../slideLayouts/slideLayout6.xml"/>
  <Relationship Id="rId11" Type="http://schemas.openxmlformats.org/officeDocument/2006/relationships/slideLayout" Target="../slideLayouts/slideLayout11.xml"/>
  <Relationship Id="rId5" Type="http://schemas.openxmlformats.org/officeDocument/2006/relationships/slideLayout" Target="../slideLayouts/slideLayout5.xml"/>
  <Relationship Id="rId10" Type="http://schemas.openxmlformats.org/officeDocument/2006/relationships/slideLayout" Target="../slideLayouts/slideLayout10.xml"/>
  <Relationship Id="rId4" Type="http://schemas.openxmlformats.org/officeDocument/2006/relationships/slideLayout" Target="../slideLayouts/slideLayout4.xml"/>
  <Relationship Id="rId9" Type="http://schemas.openxmlformats.org/officeDocument/2006/relationships/slideLayout" Target="../slideLayouts/slideLayout9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618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685800" y="152400"/>
            <a:ext cx="7924800" cy="1066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title style</a:t>
            </a:r>
          </a:p>
        </p:txBody>
      </p:sp>
      <p:sp>
        <p:nvSpPr>
          <p:cNvPr id="367619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685800" y="1447800"/>
            <a:ext cx="7924800" cy="4572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6762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685800" y="6172200"/>
            <a:ext cx="1549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fld id="{F73F0BFC-2C88-4AAF-B42F-33B416312C7A}" type="datetimeFigureOut">
              <a:rPr lang="en-US" smtClean="0"/>
              <a:t>2/27/19</a:t>
            </a:fld>
            <a:endParaRPr lang="en-US"/>
          </a:p>
        </p:txBody>
      </p:sp>
      <p:sp>
        <p:nvSpPr>
          <p:cNvPr id="36762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2438400" y="6172200"/>
            <a:ext cx="40894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36762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705600" y="61722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spcBef>
                <a:spcPct val="50000"/>
              </a:spcBef>
              <a:defRPr sz="1400" smtClean="0">
                <a:latin typeface="+mn-lt"/>
              </a:defRPr>
            </a:lvl1pPr>
          </a:lstStyle>
          <a:p>
            <a:fld id="{E6FB1B62-A5F7-43C1-BF55-5D6EB0E052F4}" type="slidenum">
              <a:rPr lang="en-US" smtClean="0"/>
              <a:t>‹#›</a:t>
            </a:fld>
            <a:endParaRPr 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2"/>
          </a:solidFill>
          <a:effectLst>
            <a:outerShdw blurRad="38100" dist="38100" dir="2700000" algn="tl">
              <a:srgbClr val="000000"/>
            </a:outerShdw>
          </a:effectLst>
          <a:latin typeface="Tahoma" pitchFamily="34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32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8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4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3pPr>
      <a:lvl4pPr marL="15621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4pPr>
      <a:lvl5pPr marL="19812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5pPr>
      <a:lvl6pPr marL="24384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6pPr>
      <a:lvl7pPr marL="28956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7pPr>
      <a:lvl8pPr marL="33528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8pPr>
      <a:lvl9pPr marL="3810000" indent="-22860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SzPct val="75000"/>
        <a:buFont typeface="Wingdings" pitchFamily="2" charset="2"/>
        <a:buChar char="n"/>
        <a:defRPr kumimoji="1" sz="2000">
          <a:solidFill>
            <a:schemeClr val="tx1"/>
          </a:solidFill>
          <a:effectLst>
            <a:outerShdw blurRad="38100" dist="38100" dir="2700000" algn="tl">
              <a:srgbClr val="000000"/>
            </a:outerShdw>
          </a:effectLst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</Relationships>
</file>

<file path=ppt/slides/_rels/slide38641.xml.rels><?xml version="1.0" encoding="UTF-8" standalone="yes"?>
<Relationships xmlns="http://schemas.openxmlformats.org/package/2006/relationships">
  <Relationship Id="rId2" Type="http://schemas.openxmlformats.org/officeDocument/2006/relationships/image" Target="../media/image3.jpg"/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is a</a:t>
            </a:r>
            <a:r>
              <a:rPr lang="en-US" baseline="0" dirty="0"/>
              <a:t> Sample Slide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Here is</a:t>
            </a:r>
            <a:r>
              <a:rPr lang="en-US" baseline="0" dirty="0"/>
              <a:t> an outline of bulleted points</a:t>
            </a:r>
          </a:p>
          <a:p>
            <a:r>
              <a:rPr lang="en-US" baseline="0" dirty="0"/>
              <a:t>You can print out PPT files as handouts using </a:t>
            </a:r>
            <a:r>
              <a:rPr lang="en-US" baseline="0"/>
              <a:t>the </a:t>
            </a:r>
            <a:r>
              <a:rPr lang="en-US" baseline="0"/>
              <a:t>PRINT &gt; </a:t>
            </a:r>
            <a:r>
              <a:rPr lang="en-US" baseline="0"/>
              <a:t>  PRINT </a:t>
            </a:r>
            <a:r>
              <a:rPr lang="en-US" baseline="0" dirty="0"/>
              <a:t>WHAT &gt; HANDOUTS</a:t>
            </a:r>
            <a:r>
              <a:rPr lang="en-US" dirty="0"/>
              <a:t> option</a:t>
            </a:r>
            <a:br>
              <a:rPr lang="en-US" baseline="0"/>
            </a:br>
            <a:br>
              <a:rPr lang="en-US" baseline="0"/>
            </a:br>
          </a:p>
        </p:txBody>
      </p:sp>
    </p:spTree>
  </p:cSld>
  <p:clrMapOvr>
    <a:masterClrMapping/>
  </p:clrMapOvr>
</p:sld>
</file>

<file path=ppt/slides/slide386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Sample PowerPoint File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St.</a:t>
            </a:r>
            <a:r>
              <a:rPr lang="en-US" baseline="0" dirty="0"/>
              <a:t> Cloud Technical College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7B72D9-437D-BB49-B8A6-B716880EAB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95600" y="838200"/>
            <a:ext cx="2571750" cy="3429000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PROD_NEXTUNIQUEID" val="10009"/>
  <p:tag name="MMPROD_UIDATA" val="&lt;database version=&quot;7.0&quot;&gt;&lt;object type=&quot;1&quot; unique_id=&quot;10001&quot;&gt;&lt;object type=&quot;8&quot; unique_id=&quot;10002&quot;&gt;&lt;/object&gt;&lt;object type=&quot;2&quot; unique_id=&quot;10003&quot;&gt;&lt;object type=&quot;3&quot; unique_id=&quot;10004&quot;&gt;&lt;property id=&quot;20148&quot; value=&quot;5&quot;/&gt;&lt;property id=&quot;20300&quot; value=&quot;Slide 1 - &amp;quot;Sample PowerPoint File&amp;quot;&quot;/&gt;&lt;property id=&quot;20307&quot; value=&quot;256&quot;/&gt;&lt;/object&gt;&lt;object type=&quot;3&quot; unique_id=&quot;10005&quot;&gt;&lt;property id=&quot;20148&quot; value=&quot;5&quot;/&gt;&lt;property id=&quot;20300&quot; value=&quot;Slide 2 - &amp;quot;This is a Sample Slide&amp;quot;&quot;/&gt;&lt;property id=&quot;20307&quot; value=&quot;257&quot;/&gt;&lt;/object&gt;&lt;/object&gt;&lt;/object&gt;&lt;/database&gt;"/>
  <p:tag name="SECTOMILLISECCONVERTED" val="1"/>
</p:tagLst>
</file>

<file path=ppt/theme/theme1.xml><?xml version="1.0" encoding="utf-8"?>
<a:theme xmlns:a="http://schemas.openxmlformats.org/drawingml/2006/main" name="Central business district design template">
  <a:themeElements>
    <a:clrScheme name="Default Design 1">
      <a:dk1>
        <a:srgbClr val="000066"/>
      </a:dk1>
      <a:lt1>
        <a:srgbClr val="FFFFFF"/>
      </a:lt1>
      <a:dk2>
        <a:srgbClr val="003366"/>
      </a:dk2>
      <a:lt2>
        <a:srgbClr val="FFFFFF"/>
      </a:lt2>
      <a:accent1>
        <a:srgbClr val="8EB3C8"/>
      </a:accent1>
      <a:accent2>
        <a:srgbClr val="6F97B3"/>
      </a:accent2>
      <a:accent3>
        <a:srgbClr val="AAADB8"/>
      </a:accent3>
      <a:accent4>
        <a:srgbClr val="DADADA"/>
      </a:accent4>
      <a:accent5>
        <a:srgbClr val="C6D6E0"/>
      </a:accent5>
      <a:accent6>
        <a:srgbClr val="6488A2"/>
      </a:accent6>
      <a:hlink>
        <a:srgbClr val="556575"/>
      </a:hlink>
      <a:folHlink>
        <a:srgbClr val="3D556F"/>
      </a:folHlink>
    </a:clrScheme>
    <a:fontScheme name="Default Design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sq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12700" cap="sq" cmpd="sng" algn="ctr">
          <a:solidFill>
            <a:schemeClr val="tx1"/>
          </a:solidFill>
          <a:prstDash val="solid"/>
          <a:round/>
          <a:headEnd type="none" w="sm" len="sm"/>
          <a:tailEnd type="none" w="sm" len="sm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</a:defRPr>
        </a:defPPr>
      </a:lstStyle>
    </a:lnDef>
  </a:objectDefaults>
  <a:extraClrSchemeLst>
    <a:extraClrScheme>
      <a:clrScheme name="Default Design 1">
        <a:dk1>
          <a:srgbClr val="000066"/>
        </a:dk1>
        <a:lt1>
          <a:srgbClr val="FFFFFF"/>
        </a:lt1>
        <a:dk2>
          <a:srgbClr val="003366"/>
        </a:dk2>
        <a:lt2>
          <a:srgbClr val="FFFFFF"/>
        </a:lt2>
        <a:accent1>
          <a:srgbClr val="8EB3C8"/>
        </a:accent1>
        <a:accent2>
          <a:srgbClr val="6F97B3"/>
        </a:accent2>
        <a:accent3>
          <a:srgbClr val="AAADB8"/>
        </a:accent3>
        <a:accent4>
          <a:srgbClr val="DADADA"/>
        </a:accent4>
        <a:accent5>
          <a:srgbClr val="C6D6E0"/>
        </a:accent5>
        <a:accent6>
          <a:srgbClr val="6488A2"/>
        </a:accent6>
        <a:hlink>
          <a:srgbClr val="556575"/>
        </a:hlink>
        <a:folHlink>
          <a:srgbClr val="3D556F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Central business district design template</Template>
  <TotalTime>8</TotalTime>
  <Words>22</Words>
  <Application>Microsoft Macintosh PowerPoint</Application>
  <PresentationFormat>On-screen Show (4:3)</PresentationFormat>
  <Paragraphs>3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Tahoma</vt:lpstr>
      <vt:lpstr>Times New Roman</vt:lpstr>
      <vt:lpstr>Wingdings</vt:lpstr>
      <vt:lpstr>Central business district design template</vt:lpstr>
      <vt:lpstr>This is a Sample Slide</vt:lpstr>
    </vt:vector>
  </TitlesOfParts>
  <Company>SCTC</Company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Sample PowerPoint File</dc:title>
  <dc:creator>James Falkofske</dc:creator>
  <cp:lastModifiedBy>Lloyd Leagas</cp:lastModifiedBy>
  <cp:revision>6</cp:revision>
  <dcterms:created xsi:type="dcterms:W3CDTF">2009-05-06T22:06:09Z</dcterms:created>
  <dcterms:modified xsi:type="dcterms:W3CDTF">2019-02-27T09:18:33Z</dcterms:modified>
</cp:coreProperties>
</file>