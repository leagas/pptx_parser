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564" autoAdjust="0"/>
    <p:restoredTop sz="86418" autoAdjust="0"/>
  </p:normalViewPr>
  <p:slideViewPr>
    <p:cSldViewPr>
      <p:cViewPr varScale="1">
        <p:scale>
          <a:sx n="112" d="100"/>
          <a:sy n="112" d="100"/>
        </p:scale>
        <p:origin x="122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2400" y="5194300"/>
            <a:ext cx="7467600" cy="914400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86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52400" y="6032500"/>
            <a:ext cx="6400800" cy="7493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quarter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2400"/>
            <a:ext cx="19812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7912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61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52400"/>
            <a:ext cx="79248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title style</a:t>
            </a:r>
          </a:p>
        </p:txBody>
      </p:sp>
      <p:sp>
        <p:nvSpPr>
          <p:cNvPr id="36761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924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762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172200"/>
            <a:ext cx="154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6762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438400" y="6172200"/>
            <a:ext cx="408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36762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1722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32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8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4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Sample PowerPoint File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St.</a:t>
            </a:r>
            <a:r>
              <a:rPr lang="en-US" baseline="0" dirty="0"/>
              <a:t> Cloud Technical College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7B72D9-437D-BB49-B8A6-B716880EA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838200"/>
            <a:ext cx="2571750" cy="3429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9"/>
  <p:tag name="MMPROD_UIDATA" val="&lt;database version=&quot;7.0&quot;&gt;&lt;object type=&quot;1&quot; unique_id=&quot;10001&quot;&gt;&lt;object type=&quot;8&quot; unique_id=&quot;10002&quot;&gt;&lt;/object&gt;&lt;object type=&quot;2&quot; unique_id=&quot;10003&quot;&gt;&lt;object type=&quot;3&quot; unique_id=&quot;10004&quot;&gt;&lt;property id=&quot;20148&quot; value=&quot;5&quot;/&gt;&lt;property id=&quot;20300&quot; value=&quot;Slide 1 - &amp;quot;Sample PowerPoint File&amp;quot;&quot;/&gt;&lt;property id=&quot;20307&quot; value=&quot;256&quot;/&gt;&lt;/object&gt;&lt;object type=&quot;3&quot; unique_id=&quot;10005&quot;&gt;&lt;property id=&quot;20148&quot; value=&quot;5&quot;/&gt;&lt;property id=&quot;20300&quot; value=&quot;Slide 2 - &amp;quot;This is a Sample Slide&amp;quot;&quot;/&gt;&lt;property id=&quot;20307&quot; value=&quot;257&quot;/&gt;&lt;/object&gt;&lt;/object&gt;&lt;/object&gt;&lt;/database&gt;"/>
  <p:tag name="SECTOMILLISECCONVERTED" val="1"/>
</p:tagLst>
</file>

<file path=ppt/theme/theme1.xml><?xml version="1.0" encoding="utf-8"?>
<a:theme xmlns:a="http://schemas.openxmlformats.org/drawingml/2006/main" name="Central business district design template">
  <a:themeElements>
    <a:clrScheme name="Default Design 1">
      <a:dk1>
        <a:srgbClr val="000066"/>
      </a:dk1>
      <a:lt1>
        <a:srgbClr val="FFFFFF"/>
      </a:lt1>
      <a:dk2>
        <a:srgbClr val="003366"/>
      </a:dk2>
      <a:lt2>
        <a:srgbClr val="FFFFFF"/>
      </a:lt2>
      <a:accent1>
        <a:srgbClr val="8EB3C8"/>
      </a:accent1>
      <a:accent2>
        <a:srgbClr val="6F97B3"/>
      </a:accent2>
      <a:accent3>
        <a:srgbClr val="AAADB8"/>
      </a:accent3>
      <a:accent4>
        <a:srgbClr val="DADADA"/>
      </a:accent4>
      <a:accent5>
        <a:srgbClr val="C6D6E0"/>
      </a:accent5>
      <a:accent6>
        <a:srgbClr val="6488A2"/>
      </a:accent6>
      <a:hlink>
        <a:srgbClr val="556575"/>
      </a:hlink>
      <a:folHlink>
        <a:srgbClr val="3D556F"/>
      </a:folHlink>
    </a:clrScheme>
    <a:fontScheme name="Default Design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efault Design 1">
        <a:dk1>
          <a:srgbClr val="000066"/>
        </a:dk1>
        <a:lt1>
          <a:srgbClr val="FFFFFF"/>
        </a:lt1>
        <a:dk2>
          <a:srgbClr val="003366"/>
        </a:dk2>
        <a:lt2>
          <a:srgbClr val="FFFFFF"/>
        </a:lt2>
        <a:accent1>
          <a:srgbClr val="8EB3C8"/>
        </a:accent1>
        <a:accent2>
          <a:srgbClr val="6F97B3"/>
        </a:accent2>
        <a:accent3>
          <a:srgbClr val="AAADB8"/>
        </a:accent3>
        <a:accent4>
          <a:srgbClr val="DADADA"/>
        </a:accent4>
        <a:accent5>
          <a:srgbClr val="C6D6E0"/>
        </a:accent5>
        <a:accent6>
          <a:srgbClr val="6488A2"/>
        </a:accent6>
        <a:hlink>
          <a:srgbClr val="556575"/>
        </a:hlink>
        <a:folHlink>
          <a:srgbClr val="3D556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Central business district design template</Template>
  <TotalTime>8</TotalTime>
  <Words>8</Words>
  <Application>Microsoft Macintosh PowerPoint</Application>
  <PresentationFormat>On-screen Show (4:3)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Tahoma</vt:lpstr>
      <vt:lpstr>Times New Roman</vt:lpstr>
      <vt:lpstr>Wingdings</vt:lpstr>
      <vt:lpstr>Central business district design template</vt:lpstr>
      <vt:lpstr>Sample PowerPoint File</vt:lpstr>
    </vt:vector>
  </TitlesOfParts>
  <Company>SCTC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PowerPoint File</dc:title>
  <dc:creator>James Falkofske</dc:creator>
  <cp:lastModifiedBy>Lloyd Leagas</cp:lastModifiedBy>
  <cp:revision>6</cp:revision>
  <dcterms:created xsi:type="dcterms:W3CDTF">2009-05-06T22:06:09Z</dcterms:created>
  <dcterms:modified xsi:type="dcterms:W3CDTF">2019-02-27T09:24:56Z</dcterms:modified>
</cp:coreProperties>
</file>