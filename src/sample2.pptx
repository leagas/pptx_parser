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418" autoAdjust="0"/>
  </p:normalViewPr>
  <p:slideViewPr>
    <p:cSldViewPr>
      <p:cViewPr varScale="1">
        <p:scale>
          <a:sx n="112" d="100"/>
          <a:sy n="112" d="100"/>
        </p:scale>
        <p:origin x="11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PowerPoint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St.</a:t>
            </a:r>
            <a:r>
              <a:rPr lang="en-US" baseline="0" dirty="0"/>
              <a:t> Cloud Technical College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8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Tahoma</vt:lpstr>
      <vt:lpstr>Times New Roman</vt:lpstr>
      <vt:lpstr>Wingdings</vt:lpstr>
      <vt:lpstr>Central business district design template</vt:lpstr>
      <vt:lpstr>Sample PowerPoint File</vt:lpstr>
    </vt:vector>
  </TitlesOfParts>
  <Company>SCTC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Lloyd Leagas</cp:lastModifiedBy>
  <cp:revision>3</cp:revision>
  <dcterms:created xsi:type="dcterms:W3CDTF">2009-05-06T22:06:09Z</dcterms:created>
  <dcterms:modified xsi:type="dcterms:W3CDTF">2019-02-27T05:39:30Z</dcterms:modified>
</cp:coreProperties>
</file>